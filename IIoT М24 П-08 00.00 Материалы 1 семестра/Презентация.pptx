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-52"/>
      <p:regular r:id="rId16"/>
    </p:embeddedFont>
    <p:embeddedFont>
      <p:font typeface="Roboto" panose="02000000000000000000" pitchFamily="2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59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274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Автоматизированного Мониторинга Водной Среды Аквакультуры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5802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 предлагает инновационное решение для оптимизации аквакультуры, обеспечивая точный контроль параметров воды и автоматизацию процессов.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CADB72-28C7-470E-828C-95EE286F5FD3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61245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Актуальность Проекта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3779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Современная Аквакультура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Требует точного контроля параметров воды для обеспечения здоровья организмов и оптимизации ресурсов.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Ручной Мониторинг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Затратен и неэффективен. Автоматизация снижает эксплуатационные расходы и повышает надежность.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F103E7-0D94-4742-A0D7-2EE6E312BE9B}"/>
              </a:ext>
            </a:extLst>
          </p:cNvPr>
          <p:cNvSpPr/>
          <p:nvPr/>
        </p:nvSpPr>
        <p:spPr>
          <a:xfrm>
            <a:off x="12661751" y="7702476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D8F5B8-E3D7-4BAD-8CEF-BFD134BC708C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07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Цели и Задачи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94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5479852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394841"/>
            <a:ext cx="32746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Непрерывный Контроль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Ключевых параметров водной среды (концентрация соли и др.).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394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83411" y="5479852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394841"/>
            <a:ext cx="3389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Автоматизация Расчетов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885259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Объема воды и передачи данных.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394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4440" y="5479852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Улучшение Условий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885259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водных организмов и управленческих процессов.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5DBE3F-CE8A-4C06-95DD-91E071F9F6C6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597"/>
            <a:ext cx="7656909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Основные Компоненты Системы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945" y="2230993"/>
            <a:ext cx="531138" cy="5311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9945" y="297453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Датчики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9945" y="3433882"/>
            <a:ext cx="366914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Концентрации соли + микроконтроллеры (ESP8266/ESP32).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706" y="2230993"/>
            <a:ext cx="531138" cy="5311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7706" y="2974538"/>
            <a:ext cx="356639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Программное Обеспечение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7706" y="3433882"/>
            <a:ext cx="366914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Обработка данных, база данных (MySQL/PostgreSQL).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945" y="5090636"/>
            <a:ext cx="531138" cy="5311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9945" y="5834182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Передача Данных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9945" y="6293525"/>
            <a:ext cx="366914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Wi-Fi с шифрованием.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7706" y="5090636"/>
            <a:ext cx="531138" cy="5311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7706" y="5834182"/>
            <a:ext cx="3669149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Пользовательский Интерфейс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17706" y="6625471"/>
            <a:ext cx="366914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(FastAPI) с графиками, таблицами, оповещениями.</a:t>
            </a:r>
            <a:endParaRPr lang="en-US" sz="16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76ABD7-8F22-427A-9C44-F8B0E8D8FF02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991" y="543639"/>
            <a:ext cx="4942880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Этапы Реализации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03770" y="1556980"/>
            <a:ext cx="22860" cy="6129218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423660" y="1990368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7092791" y="1779389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51740" y="1853446"/>
            <a:ext cx="126921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756422" y="1754624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Требований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1991" y="2182177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15.01–25.01.2025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4749" y="2978825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7092791" y="2767846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7928" y="2841903"/>
            <a:ext cx="15454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402598" y="2743081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Проектирование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02598" y="3170634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25.01–16.02.2025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23660" y="3868460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791" y="3657481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6023" y="3731538"/>
            <a:ext cx="15835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756422" y="3632716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Разработка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1991" y="4060269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16.02–16.03.2025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4749" y="4758214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2791" y="4547235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4238" y="4621292"/>
            <a:ext cx="161925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402598" y="4522470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02598" y="4950023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25.04.2025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423660" y="5647968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2791" y="5436989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4357" y="5511046"/>
            <a:ext cx="161687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756422" y="5412224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Тестирование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1991" y="5839778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25.05–30.05.2025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14749" y="6537722"/>
            <a:ext cx="691991" cy="22860"/>
          </a:xfrm>
          <a:prstGeom prst="roundRect">
            <a:avLst>
              <a:gd name="adj" fmla="val 363264"/>
            </a:avLst>
          </a:prstGeom>
          <a:solidFill>
            <a:srgbClr val="C7C7D0"/>
          </a:solidFill>
          <a:ln/>
        </p:spPr>
      </p:sp>
      <p:sp>
        <p:nvSpPr>
          <p:cNvPr id="30" name="Shape 28"/>
          <p:cNvSpPr/>
          <p:nvPr/>
        </p:nvSpPr>
        <p:spPr>
          <a:xfrm>
            <a:off x="7092791" y="6326743"/>
            <a:ext cx="444818" cy="44481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5784" y="6400800"/>
            <a:ext cx="178832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402598" y="6301978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Защита Проекта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02598" y="6729532"/>
            <a:ext cx="5535811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31.06.2025</a:t>
            </a:r>
            <a:endParaRPr lang="en-US" sz="15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7D100B3-5870-4525-8017-1F2DA0FEB10D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0320"/>
            <a:ext cx="60292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Ключевые Технологии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5926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Языки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38411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(веб-интерфейс), C++ (микроконтроллеры).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65926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База Данных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384113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MySQL/PostgreSQL.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57116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805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Оборудование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296019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ESP32/ESP8266, датчики солености.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457116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4805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Безопасность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2960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Шифрование данных, ролевой доступ, логирование.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4038"/>
            <a:ext cx="6689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Преимущества Системы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8129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3839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Экономия Ресурсов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03839" y="3618548"/>
            <a:ext cx="30412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Снижение затрат на обслуживание.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128129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95516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Автоматизация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795516" y="3618548"/>
            <a:ext cx="30412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Удаленный мониторинг 24/7.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826318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839" y="48263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Масштабируемость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03839" y="5316736"/>
            <a:ext cx="30412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подключения новых датчиков.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826318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95516" y="48263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Надежность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795516" y="5316736"/>
            <a:ext cx="30412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Резервное хранение данных и автономная работа (до 30 дней).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5AF487-A2CE-416A-BAE1-80C13A8992FB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7424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Требования и Ограничения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Функциональные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Расчет объема воды, визуализация данных, оповещения.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Нефункциональные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передачи ≤5 сек, совместимость с микроконтроллерами.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C46D63-0F85-474F-91CE-5825867B32AE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02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Выводы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759" y="2562701"/>
            <a:ext cx="1291233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3713" y="2827020"/>
            <a:ext cx="12132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26806" y="2789515"/>
            <a:ext cx="2743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Решение Проблемы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56666" y="3383756"/>
            <a:ext cx="9023271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203" y="3427333"/>
            <a:ext cx="2582466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80617" y="3604498"/>
            <a:ext cx="14763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572482" y="3654147"/>
            <a:ext cx="3583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Эффективное Управление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402342" y="4248388"/>
            <a:ext cx="8377595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527" y="4291965"/>
            <a:ext cx="3873698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8593" y="4469130"/>
            <a:ext cx="15132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218039" y="4518779"/>
            <a:ext cx="2336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Точный Контроль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047899" y="5113020"/>
            <a:ext cx="7732038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970" y="5156597"/>
            <a:ext cx="5164931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76926" y="5333762"/>
            <a:ext cx="15478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863715" y="5383411"/>
            <a:ext cx="2450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Снижение Рисков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6693575" y="5977652"/>
            <a:ext cx="7086362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6021229"/>
            <a:ext cx="6456164" cy="8079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77045" y="6198394"/>
            <a:ext cx="15454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7509272" y="6248043"/>
            <a:ext cx="23330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Экономия Затрат</a:t>
            </a:r>
            <a:endParaRPr lang="en-US" sz="22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E1DBA6C-4835-4C27-822D-8FB10CE7BA5D}"/>
              </a:ext>
            </a:extLst>
          </p:cNvPr>
          <p:cNvSpPr/>
          <p:nvPr/>
        </p:nvSpPr>
        <p:spPr>
          <a:xfrm>
            <a:off x="12661751" y="7691718"/>
            <a:ext cx="1871830" cy="4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Произвольный</PresentationFormat>
  <Paragraphs>88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Raleway</vt:lpstr>
      <vt:lpstr>Arial</vt:lpstr>
      <vt:lpstr>Roboto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Лаура а</cp:lastModifiedBy>
  <cp:revision>2</cp:revision>
  <dcterms:created xsi:type="dcterms:W3CDTF">2025-01-27T19:27:44Z</dcterms:created>
  <dcterms:modified xsi:type="dcterms:W3CDTF">2025-01-27T19:29:45Z</dcterms:modified>
</cp:coreProperties>
</file>